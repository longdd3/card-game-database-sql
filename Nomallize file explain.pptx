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2D14-0F97-4759-9E2D-B58739374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A47DA-765F-4A9E-94D2-7CD568B01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672D6-F476-431D-9C93-A6685984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18F8C-94C7-4AE2-AD76-17E3FB0D6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A0D74-C5EC-4892-B527-4A2399C30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7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C469-A28C-499B-87E7-4A684AA3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A77B4-E680-45A7-8E42-2B02871D0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66CE8-F58D-4122-A8DF-D2127945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F011-A5E6-4AAE-BC86-6BA2DAA13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2145C-D098-4D1D-ACDA-2D71C0E7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8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F3BD-E50D-4FC8-84E2-CE2B0378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07BAD-FE6A-4B8E-83C4-5C7197E11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C7C16-F0DF-4722-9B5E-85E0D650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1C883-DF62-4A5A-B2F2-6558B27B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4BB5F-825C-4DDB-97ED-6502EF738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2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ABB8-DFAD-4BAF-9043-5E4D71DA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B5D25-39E8-470A-9238-2E669EE35B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08BBC-670E-48B8-B356-D5F726235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CC85A-69A2-43EE-AC45-7C2D26377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C0C8F-C42D-432C-9746-BB893BE9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72381-04B0-48E5-A77E-DC87D097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1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80F5-5728-476E-AF3F-92295C47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2A016-4B5A-4C26-BED2-3FC25288B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5AE6E-F60B-46E5-9742-C637EC9B5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A5A78-434B-4CC1-B479-D7676DE22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CABC2-A884-475C-8034-0B5C97FA2B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54F3F4-8FAB-4BB5-897D-D63771C6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3063A7-65CC-4CD8-9A68-575D8051A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2D247F-72AA-4A87-9C40-6E514E46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D258-E0B0-42A3-BEEB-FB801783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C4916-D2E3-408B-AB17-1A4546569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B4B20-7B06-49AE-AFD4-57C28016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5F1B7-C7D0-4A7F-8CF9-8B524469D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45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D34EE-B3A9-44F2-A6CE-D18BC707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19F3A-EE3D-4431-936A-1E8DA837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A9AF2-D5D5-4699-9276-7E13D864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85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0DC90-4BF9-47C0-84CC-C4770A31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5CE65-A81B-4103-A376-07C8D53D9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A436A-29B7-4AC1-A391-29836F332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71D77-9F38-4E55-9069-39041288A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7E5E6-8F33-4C18-A11A-3210413D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57CF8-564E-435A-9235-8D85DF70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82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712B-A729-4442-B98D-7E426A2D8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BF5A69-9328-4AD7-9929-66D86A7BC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B6BC7-B3E0-4222-9D8C-A256D01EB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90D38-54BF-4BB1-A008-632945AC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84743-2128-4AC2-8E56-679BD11F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C7055-372A-4528-8D7B-1386CA08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331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38F9-DA53-49E0-B1C6-85ED81E5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B708CE-0AB2-419A-9687-1A6CFE15F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77D56-6AF4-481B-8873-801C334A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AFBDC-E1C4-4D2F-AB48-8779E2FA1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D64AF-9620-44E6-8220-262F6095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49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1DABC2-FE19-4EF6-9A9D-CE7BE062C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30CA8-05CD-4669-AE5D-85420B0EF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D1E24-8841-4139-ADF3-B1F4926A9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D05A5-B9E6-4220-B023-48F3AB44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B527-0D98-45CB-98DD-7ABE2CEA7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51390-0B61-4116-841D-15C22C73E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83754-823F-4392-9A74-494543D39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88C37-4D85-4F05-8AD9-D0B2B8EA6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41FB0-0550-4012-8DE6-07E17B2DAF0C}" type="datetimeFigureOut">
              <a:rPr lang="en-US" smtClean="0"/>
              <a:t>4/25/2019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D52F6-B7FE-45DE-BE0B-E8FB077DB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F8F4D-E580-4DD1-805B-509D59A54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6552E-D3EF-40A6-9AD7-6D949D783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3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270F87-59F0-4BF7-96A1-09131E87B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617936"/>
              </p:ext>
            </p:extLst>
          </p:nvPr>
        </p:nvGraphicFramePr>
        <p:xfrm>
          <a:off x="174929" y="719666"/>
          <a:ext cx="119269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5961">
                  <a:extLst>
                    <a:ext uri="{9D8B030D-6E8A-4147-A177-3AD203B41FA5}">
                      <a16:colId xmlns:a16="http://schemas.microsoft.com/office/drawing/2014/main" val="2837003881"/>
                    </a:ext>
                  </a:extLst>
                </a:gridCol>
                <a:gridCol w="1248355">
                  <a:extLst>
                    <a:ext uri="{9D8B030D-6E8A-4147-A177-3AD203B41FA5}">
                      <a16:colId xmlns:a16="http://schemas.microsoft.com/office/drawing/2014/main" val="978240259"/>
                    </a:ext>
                  </a:extLst>
                </a:gridCol>
                <a:gridCol w="1248355">
                  <a:extLst>
                    <a:ext uri="{9D8B030D-6E8A-4147-A177-3AD203B41FA5}">
                      <a16:colId xmlns:a16="http://schemas.microsoft.com/office/drawing/2014/main" val="3136882928"/>
                    </a:ext>
                  </a:extLst>
                </a:gridCol>
                <a:gridCol w="1288113">
                  <a:extLst>
                    <a:ext uri="{9D8B030D-6E8A-4147-A177-3AD203B41FA5}">
                      <a16:colId xmlns:a16="http://schemas.microsoft.com/office/drawing/2014/main" val="65435796"/>
                    </a:ext>
                  </a:extLst>
                </a:gridCol>
                <a:gridCol w="818983">
                  <a:extLst>
                    <a:ext uri="{9D8B030D-6E8A-4147-A177-3AD203B41FA5}">
                      <a16:colId xmlns:a16="http://schemas.microsoft.com/office/drawing/2014/main" val="1533299768"/>
                    </a:ext>
                  </a:extLst>
                </a:gridCol>
                <a:gridCol w="946205">
                  <a:extLst>
                    <a:ext uri="{9D8B030D-6E8A-4147-A177-3AD203B41FA5}">
                      <a16:colId xmlns:a16="http://schemas.microsoft.com/office/drawing/2014/main" val="3489864628"/>
                    </a:ext>
                  </a:extLst>
                </a:gridCol>
                <a:gridCol w="1812900">
                  <a:extLst>
                    <a:ext uri="{9D8B030D-6E8A-4147-A177-3AD203B41FA5}">
                      <a16:colId xmlns:a16="http://schemas.microsoft.com/office/drawing/2014/main" val="4124334854"/>
                    </a:ext>
                  </a:extLst>
                </a:gridCol>
                <a:gridCol w="1025716">
                  <a:extLst>
                    <a:ext uri="{9D8B030D-6E8A-4147-A177-3AD203B41FA5}">
                      <a16:colId xmlns:a16="http://schemas.microsoft.com/office/drawing/2014/main" val="1500305651"/>
                    </a:ext>
                  </a:extLst>
                </a:gridCol>
                <a:gridCol w="1574358">
                  <a:extLst>
                    <a:ext uri="{9D8B030D-6E8A-4147-A177-3AD203B41FA5}">
                      <a16:colId xmlns:a16="http://schemas.microsoft.com/office/drawing/2014/main" val="1545091824"/>
                    </a:ext>
                  </a:extLst>
                </a:gridCol>
                <a:gridCol w="978014">
                  <a:extLst>
                    <a:ext uri="{9D8B030D-6E8A-4147-A177-3AD203B41FA5}">
                      <a16:colId xmlns:a16="http://schemas.microsoft.com/office/drawing/2014/main" val="40039522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 err="1"/>
                        <a:t>CardID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CardName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CardtypeID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Cardtype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CardAttributeID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numberofstar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295838"/>
                  </a:ext>
                </a:extLst>
              </a:tr>
            </a:tbl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67E1C5A3-C83E-4607-B07B-0DF92C4650CA}"/>
              </a:ext>
            </a:extLst>
          </p:cNvPr>
          <p:cNvSpPr/>
          <p:nvPr/>
        </p:nvSpPr>
        <p:spPr>
          <a:xfrm>
            <a:off x="4572000" y="1129085"/>
            <a:ext cx="898497" cy="127220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4F6466-893B-4DC4-ABBD-CFED9EC69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954100"/>
              </p:ext>
            </p:extLst>
          </p:nvPr>
        </p:nvGraphicFramePr>
        <p:xfrm>
          <a:off x="957246" y="3893489"/>
          <a:ext cx="3614753" cy="368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90475">
                  <a:extLst>
                    <a:ext uri="{9D8B030D-6E8A-4147-A177-3AD203B41FA5}">
                      <a16:colId xmlns:a16="http://schemas.microsoft.com/office/drawing/2014/main" val="2820059692"/>
                    </a:ext>
                  </a:extLst>
                </a:gridCol>
                <a:gridCol w="1724278">
                  <a:extLst>
                    <a:ext uri="{9D8B030D-6E8A-4147-A177-3AD203B41FA5}">
                      <a16:colId xmlns:a16="http://schemas.microsoft.com/office/drawing/2014/main" val="3359113095"/>
                    </a:ext>
                  </a:extLst>
                </a:gridCol>
              </a:tblGrid>
              <a:tr h="368410">
                <a:tc>
                  <a:txBody>
                    <a:bodyPr/>
                    <a:lstStyle/>
                    <a:p>
                      <a:r>
                        <a:rPr lang="en-US" u="sng" dirty="0" err="1"/>
                        <a:t>TypeID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5459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354DAD2-77AD-45C1-9A1D-BC6F28876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149852"/>
              </p:ext>
            </p:extLst>
          </p:nvPr>
        </p:nvGraphicFramePr>
        <p:xfrm>
          <a:off x="957247" y="2589659"/>
          <a:ext cx="8473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2343">
                  <a:extLst>
                    <a:ext uri="{9D8B030D-6E8A-4147-A177-3AD203B41FA5}">
                      <a16:colId xmlns:a16="http://schemas.microsoft.com/office/drawing/2014/main" val="3531863472"/>
                    </a:ext>
                  </a:extLst>
                </a:gridCol>
                <a:gridCol w="1288514">
                  <a:extLst>
                    <a:ext uri="{9D8B030D-6E8A-4147-A177-3AD203B41FA5}">
                      <a16:colId xmlns:a16="http://schemas.microsoft.com/office/drawing/2014/main" val="2464203406"/>
                    </a:ext>
                  </a:extLst>
                </a:gridCol>
                <a:gridCol w="916308">
                  <a:extLst>
                    <a:ext uri="{9D8B030D-6E8A-4147-A177-3AD203B41FA5}">
                      <a16:colId xmlns:a16="http://schemas.microsoft.com/office/drawing/2014/main" val="90850788"/>
                    </a:ext>
                  </a:extLst>
                </a:gridCol>
                <a:gridCol w="1118988">
                  <a:extLst>
                    <a:ext uri="{9D8B030D-6E8A-4147-A177-3AD203B41FA5}">
                      <a16:colId xmlns:a16="http://schemas.microsoft.com/office/drawing/2014/main" val="1192217276"/>
                    </a:ext>
                  </a:extLst>
                </a:gridCol>
                <a:gridCol w="1591699">
                  <a:extLst>
                    <a:ext uri="{9D8B030D-6E8A-4147-A177-3AD203B41FA5}">
                      <a16:colId xmlns:a16="http://schemas.microsoft.com/office/drawing/2014/main" val="3253792562"/>
                    </a:ext>
                  </a:extLst>
                </a:gridCol>
                <a:gridCol w="1129085">
                  <a:extLst>
                    <a:ext uri="{9D8B030D-6E8A-4147-A177-3AD203B41FA5}">
                      <a16:colId xmlns:a16="http://schemas.microsoft.com/office/drawing/2014/main" val="2186080101"/>
                    </a:ext>
                  </a:extLst>
                </a:gridCol>
                <a:gridCol w="1296063">
                  <a:extLst>
                    <a:ext uri="{9D8B030D-6E8A-4147-A177-3AD203B41FA5}">
                      <a16:colId xmlns:a16="http://schemas.microsoft.com/office/drawing/2014/main" val="1416683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 err="1"/>
                        <a:t>CardID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CardName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Defend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Numberofstar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typeID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attributeID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150284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B806FEB-195B-421B-AF0C-3D2BB86D6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396602"/>
              </p:ext>
            </p:extLst>
          </p:nvPr>
        </p:nvGraphicFramePr>
        <p:xfrm>
          <a:off x="5454593" y="3893489"/>
          <a:ext cx="3975654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7827">
                  <a:extLst>
                    <a:ext uri="{9D8B030D-6E8A-4147-A177-3AD203B41FA5}">
                      <a16:colId xmlns:a16="http://schemas.microsoft.com/office/drawing/2014/main" val="2338496839"/>
                    </a:ext>
                  </a:extLst>
                </a:gridCol>
                <a:gridCol w="1987827">
                  <a:extLst>
                    <a:ext uri="{9D8B030D-6E8A-4147-A177-3AD203B41FA5}">
                      <a16:colId xmlns:a16="http://schemas.microsoft.com/office/drawing/2014/main" val="398429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 err="1"/>
                        <a:t>AttributeID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Attribute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960369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76A149-6D3B-4A54-B9C9-56B256E7830E}"/>
              </a:ext>
            </a:extLst>
          </p:cNvPr>
          <p:cNvCxnSpPr/>
          <p:nvPr/>
        </p:nvCxnSpPr>
        <p:spPr>
          <a:xfrm>
            <a:off x="580445" y="230588"/>
            <a:ext cx="0" cy="4890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614D718-D48A-4679-9408-D102BC9B8FD4}"/>
              </a:ext>
            </a:extLst>
          </p:cNvPr>
          <p:cNvCxnSpPr/>
          <p:nvPr/>
        </p:nvCxnSpPr>
        <p:spPr>
          <a:xfrm>
            <a:off x="572494" y="238539"/>
            <a:ext cx="11123875" cy="556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5FCC03-640D-4FDC-8697-D761DABDE1B6}"/>
              </a:ext>
            </a:extLst>
          </p:cNvPr>
          <p:cNvCxnSpPr/>
          <p:nvPr/>
        </p:nvCxnSpPr>
        <p:spPr>
          <a:xfrm>
            <a:off x="1765190" y="230588"/>
            <a:ext cx="0" cy="489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D9EB5A3-854E-4826-8FD7-5BA5B830887E}"/>
              </a:ext>
            </a:extLst>
          </p:cNvPr>
          <p:cNvCxnSpPr/>
          <p:nvPr/>
        </p:nvCxnSpPr>
        <p:spPr>
          <a:xfrm>
            <a:off x="3021496" y="238539"/>
            <a:ext cx="0" cy="48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50CB05-3707-41B0-A599-FC0DA026077F}"/>
              </a:ext>
            </a:extLst>
          </p:cNvPr>
          <p:cNvCxnSpPr>
            <a:cxnSpLocks/>
          </p:cNvCxnSpPr>
          <p:nvPr/>
        </p:nvCxnSpPr>
        <p:spPr>
          <a:xfrm>
            <a:off x="4301656" y="230588"/>
            <a:ext cx="0" cy="489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35DBBE-F994-459E-AD2C-3D0C7B9A59F4}"/>
              </a:ext>
            </a:extLst>
          </p:cNvPr>
          <p:cNvCxnSpPr/>
          <p:nvPr/>
        </p:nvCxnSpPr>
        <p:spPr>
          <a:xfrm>
            <a:off x="5327374" y="238539"/>
            <a:ext cx="0" cy="48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91A3A14-DCF0-41DD-8BEF-1BD55A0C9DA0}"/>
              </a:ext>
            </a:extLst>
          </p:cNvPr>
          <p:cNvCxnSpPr>
            <a:endCxn id="6" idx="0"/>
          </p:cNvCxnSpPr>
          <p:nvPr/>
        </p:nvCxnSpPr>
        <p:spPr>
          <a:xfrm>
            <a:off x="6096000" y="294198"/>
            <a:ext cx="42409" cy="42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3ECF068-5981-4CF6-A21C-542D49836B50}"/>
              </a:ext>
            </a:extLst>
          </p:cNvPr>
          <p:cNvCxnSpPr/>
          <p:nvPr/>
        </p:nvCxnSpPr>
        <p:spPr>
          <a:xfrm>
            <a:off x="7561690" y="294198"/>
            <a:ext cx="0" cy="48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E04E34B-8DBE-418C-8A8A-A301C1B0BA55}"/>
              </a:ext>
            </a:extLst>
          </p:cNvPr>
          <p:cNvCxnSpPr/>
          <p:nvPr/>
        </p:nvCxnSpPr>
        <p:spPr>
          <a:xfrm>
            <a:off x="9016779" y="294198"/>
            <a:ext cx="0" cy="42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C247BC-77A2-4D8A-B30A-063BD033BA5C}"/>
              </a:ext>
            </a:extLst>
          </p:cNvPr>
          <p:cNvCxnSpPr/>
          <p:nvPr/>
        </p:nvCxnSpPr>
        <p:spPr>
          <a:xfrm>
            <a:off x="10257183" y="294198"/>
            <a:ext cx="0" cy="481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7B9C957-A18A-484D-8151-E824BB4EBC80}"/>
              </a:ext>
            </a:extLst>
          </p:cNvPr>
          <p:cNvCxnSpPr/>
          <p:nvPr/>
        </p:nvCxnSpPr>
        <p:spPr>
          <a:xfrm>
            <a:off x="11696369" y="294198"/>
            <a:ext cx="0" cy="42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042DF21-72BA-46C6-9D5A-22194C6BC7D9}"/>
              </a:ext>
            </a:extLst>
          </p:cNvPr>
          <p:cNvCxnSpPr/>
          <p:nvPr/>
        </p:nvCxnSpPr>
        <p:spPr>
          <a:xfrm>
            <a:off x="3021496" y="1090506"/>
            <a:ext cx="0" cy="523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9877F21-46D8-451C-B55B-EC8D77234361}"/>
              </a:ext>
            </a:extLst>
          </p:cNvPr>
          <p:cNvCxnSpPr/>
          <p:nvPr/>
        </p:nvCxnSpPr>
        <p:spPr>
          <a:xfrm>
            <a:off x="3021496" y="1630017"/>
            <a:ext cx="128016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3E3AE92-9B6A-47A7-94AA-D323DBCD93D0}"/>
              </a:ext>
            </a:extLst>
          </p:cNvPr>
          <p:cNvCxnSpPr/>
          <p:nvPr/>
        </p:nvCxnSpPr>
        <p:spPr>
          <a:xfrm flipV="1">
            <a:off x="4301656" y="1090506"/>
            <a:ext cx="0" cy="523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10D7D10-7928-4986-9C54-AEB363201142}"/>
              </a:ext>
            </a:extLst>
          </p:cNvPr>
          <p:cNvCxnSpPr/>
          <p:nvPr/>
        </p:nvCxnSpPr>
        <p:spPr>
          <a:xfrm>
            <a:off x="7561690" y="1129085"/>
            <a:ext cx="0" cy="5883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A034360-3951-4279-B424-630E23C33906}"/>
              </a:ext>
            </a:extLst>
          </p:cNvPr>
          <p:cNvCxnSpPr/>
          <p:nvPr/>
        </p:nvCxnSpPr>
        <p:spPr>
          <a:xfrm>
            <a:off x="7561690" y="1725433"/>
            <a:ext cx="14550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B35861B-57F6-4227-82FA-EA01D19368C4}"/>
              </a:ext>
            </a:extLst>
          </p:cNvPr>
          <p:cNvCxnSpPr/>
          <p:nvPr/>
        </p:nvCxnSpPr>
        <p:spPr>
          <a:xfrm flipV="1">
            <a:off x="9016779" y="1090506"/>
            <a:ext cx="0" cy="626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752E932-6BD1-4BF1-B402-BE46CC36170C}"/>
              </a:ext>
            </a:extLst>
          </p:cNvPr>
          <p:cNvCxnSpPr/>
          <p:nvPr/>
        </p:nvCxnSpPr>
        <p:spPr>
          <a:xfrm>
            <a:off x="1423283" y="2960499"/>
            <a:ext cx="0" cy="4685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24EB096-07F5-45CA-8125-F1D21ABEE56A}"/>
              </a:ext>
            </a:extLst>
          </p:cNvPr>
          <p:cNvCxnSpPr/>
          <p:nvPr/>
        </p:nvCxnSpPr>
        <p:spPr>
          <a:xfrm>
            <a:off x="1431235" y="3429000"/>
            <a:ext cx="74344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89B77B1-EB7B-4DEB-8912-A9D124B18348}"/>
              </a:ext>
            </a:extLst>
          </p:cNvPr>
          <p:cNvCxnSpPr/>
          <p:nvPr/>
        </p:nvCxnSpPr>
        <p:spPr>
          <a:xfrm flipV="1">
            <a:off x="2727297" y="2960499"/>
            <a:ext cx="0" cy="46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8384C4C-D885-4591-A94A-AF168CFED6D5}"/>
              </a:ext>
            </a:extLst>
          </p:cNvPr>
          <p:cNvCxnSpPr/>
          <p:nvPr/>
        </p:nvCxnSpPr>
        <p:spPr>
          <a:xfrm flipV="1">
            <a:off x="3832529" y="2960499"/>
            <a:ext cx="0" cy="46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D43664A-D5A1-4857-8254-AE893734A3F6}"/>
              </a:ext>
            </a:extLst>
          </p:cNvPr>
          <p:cNvCxnSpPr/>
          <p:nvPr/>
        </p:nvCxnSpPr>
        <p:spPr>
          <a:xfrm flipV="1">
            <a:off x="4874150" y="2960499"/>
            <a:ext cx="0" cy="46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2FF37A2-11BC-4204-9F06-AF46370EE74F}"/>
              </a:ext>
            </a:extLst>
          </p:cNvPr>
          <p:cNvCxnSpPr/>
          <p:nvPr/>
        </p:nvCxnSpPr>
        <p:spPr>
          <a:xfrm flipV="1">
            <a:off x="6265628" y="2960499"/>
            <a:ext cx="0" cy="46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59EF5C2F-C4F3-4EF9-BCC3-C4EC33F5A65A}"/>
              </a:ext>
            </a:extLst>
          </p:cNvPr>
          <p:cNvCxnSpPr/>
          <p:nvPr/>
        </p:nvCxnSpPr>
        <p:spPr>
          <a:xfrm flipV="1">
            <a:off x="7561690" y="2960499"/>
            <a:ext cx="0" cy="46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73462C-2A07-4343-8E20-4ECD046FC538}"/>
              </a:ext>
            </a:extLst>
          </p:cNvPr>
          <p:cNvCxnSpPr/>
          <p:nvPr/>
        </p:nvCxnSpPr>
        <p:spPr>
          <a:xfrm flipV="1">
            <a:off x="8865704" y="2960499"/>
            <a:ext cx="0" cy="468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CA9BFBC-B46B-4323-A414-A99CDDB18E72}"/>
              </a:ext>
            </a:extLst>
          </p:cNvPr>
          <p:cNvCxnSpPr/>
          <p:nvPr/>
        </p:nvCxnSpPr>
        <p:spPr>
          <a:xfrm>
            <a:off x="1765190" y="4261899"/>
            <a:ext cx="0" cy="5486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172D5D2-0C95-435C-A3D8-3F114075BB3F}"/>
              </a:ext>
            </a:extLst>
          </p:cNvPr>
          <p:cNvCxnSpPr/>
          <p:nvPr/>
        </p:nvCxnSpPr>
        <p:spPr>
          <a:xfrm>
            <a:off x="1765190" y="4818490"/>
            <a:ext cx="191626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489081F-950A-452E-BBD7-D37A16DEB759}"/>
              </a:ext>
            </a:extLst>
          </p:cNvPr>
          <p:cNvCxnSpPr/>
          <p:nvPr/>
        </p:nvCxnSpPr>
        <p:spPr>
          <a:xfrm flipV="1">
            <a:off x="3665551" y="4261899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1EFE88E-C89F-4F77-858A-1100B545DAEB}"/>
              </a:ext>
            </a:extLst>
          </p:cNvPr>
          <p:cNvCxnSpPr/>
          <p:nvPr/>
        </p:nvCxnSpPr>
        <p:spPr>
          <a:xfrm>
            <a:off x="6400800" y="4261899"/>
            <a:ext cx="0" cy="5565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11F951F-D336-4BBF-A73C-022337B3858C}"/>
              </a:ext>
            </a:extLst>
          </p:cNvPr>
          <p:cNvCxnSpPr/>
          <p:nvPr/>
        </p:nvCxnSpPr>
        <p:spPr>
          <a:xfrm>
            <a:off x="6424654" y="4818490"/>
            <a:ext cx="203553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FC51B9F-6236-43E3-9743-D05A58746F23}"/>
              </a:ext>
            </a:extLst>
          </p:cNvPr>
          <p:cNvCxnSpPr/>
          <p:nvPr/>
        </p:nvCxnSpPr>
        <p:spPr>
          <a:xfrm flipV="1">
            <a:off x="8460188" y="4261899"/>
            <a:ext cx="0" cy="556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87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3CC7F4-1AF0-40DD-A864-ADE8F2629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344010"/>
              </p:ext>
            </p:extLst>
          </p:nvPr>
        </p:nvGraphicFramePr>
        <p:xfrm>
          <a:off x="2032000" y="2575228"/>
          <a:ext cx="8128000" cy="3677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9291100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291677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230805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7843916"/>
                    </a:ext>
                  </a:extLst>
                </a:gridCol>
              </a:tblGrid>
              <a:tr h="367748">
                <a:tc>
                  <a:txBody>
                    <a:bodyPr/>
                    <a:lstStyle/>
                    <a:p>
                      <a:r>
                        <a:rPr lang="en-US" u="sng" dirty="0" err="1"/>
                        <a:t>UserID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Winrate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5070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02CFC-D256-4F5B-B2FB-1B29F809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389051"/>
              </p:ext>
            </p:extLst>
          </p:nvPr>
        </p:nvGraphicFramePr>
        <p:xfrm>
          <a:off x="2031998" y="719666"/>
          <a:ext cx="9099828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6638">
                  <a:extLst>
                    <a:ext uri="{9D8B030D-6E8A-4147-A177-3AD203B41FA5}">
                      <a16:colId xmlns:a16="http://schemas.microsoft.com/office/drawing/2014/main" val="2085434425"/>
                    </a:ext>
                  </a:extLst>
                </a:gridCol>
                <a:gridCol w="1516638">
                  <a:extLst>
                    <a:ext uri="{9D8B030D-6E8A-4147-A177-3AD203B41FA5}">
                      <a16:colId xmlns:a16="http://schemas.microsoft.com/office/drawing/2014/main" val="1029283405"/>
                    </a:ext>
                  </a:extLst>
                </a:gridCol>
                <a:gridCol w="1516638">
                  <a:extLst>
                    <a:ext uri="{9D8B030D-6E8A-4147-A177-3AD203B41FA5}">
                      <a16:colId xmlns:a16="http://schemas.microsoft.com/office/drawing/2014/main" val="3716562992"/>
                    </a:ext>
                  </a:extLst>
                </a:gridCol>
                <a:gridCol w="1516638">
                  <a:extLst>
                    <a:ext uri="{9D8B030D-6E8A-4147-A177-3AD203B41FA5}">
                      <a16:colId xmlns:a16="http://schemas.microsoft.com/office/drawing/2014/main" val="2612077922"/>
                    </a:ext>
                  </a:extLst>
                </a:gridCol>
                <a:gridCol w="1419161">
                  <a:extLst>
                    <a:ext uri="{9D8B030D-6E8A-4147-A177-3AD203B41FA5}">
                      <a16:colId xmlns:a16="http://schemas.microsoft.com/office/drawing/2014/main" val="196187257"/>
                    </a:ext>
                  </a:extLst>
                </a:gridCol>
                <a:gridCol w="1614115">
                  <a:extLst>
                    <a:ext uri="{9D8B030D-6E8A-4147-A177-3AD203B41FA5}">
                      <a16:colId xmlns:a16="http://schemas.microsoft.com/office/drawing/2014/main" val="4251959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u="sng" dirty="0" err="1"/>
                        <a:t>UserID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Winrate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/>
                        <a:t>DeckID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Numberofcard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339280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A4CDCD74-77BC-44AD-BE4E-EA341CAF0531}"/>
              </a:ext>
            </a:extLst>
          </p:cNvPr>
          <p:cNvSpPr/>
          <p:nvPr/>
        </p:nvSpPr>
        <p:spPr>
          <a:xfrm>
            <a:off x="5597718" y="1090506"/>
            <a:ext cx="898498" cy="13664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056AD5-9141-43DB-B694-5EB60553E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67459"/>
              </p:ext>
            </p:extLst>
          </p:nvPr>
        </p:nvGraphicFramePr>
        <p:xfrm>
          <a:off x="1982967" y="4045004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814898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6860519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8425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DeckID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UserName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NumberofCard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3734500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F70C2-5962-4D52-BAC8-FF8D5D4361BB}"/>
              </a:ext>
            </a:extLst>
          </p:cNvPr>
          <p:cNvCxnSpPr/>
          <p:nvPr/>
        </p:nvCxnSpPr>
        <p:spPr>
          <a:xfrm>
            <a:off x="2759103" y="326003"/>
            <a:ext cx="0" cy="393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1133A0-3D98-41CC-A6CC-0883BE617323}"/>
              </a:ext>
            </a:extLst>
          </p:cNvPr>
          <p:cNvCxnSpPr/>
          <p:nvPr/>
        </p:nvCxnSpPr>
        <p:spPr>
          <a:xfrm>
            <a:off x="2751151" y="310101"/>
            <a:ext cx="76253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956E9E-D03D-4C34-B72E-DD40B7DED792}"/>
              </a:ext>
            </a:extLst>
          </p:cNvPr>
          <p:cNvCxnSpPr/>
          <p:nvPr/>
        </p:nvCxnSpPr>
        <p:spPr>
          <a:xfrm>
            <a:off x="4269850" y="326003"/>
            <a:ext cx="0" cy="393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4484E6-752B-4D51-92C3-7671FC4427D1}"/>
              </a:ext>
            </a:extLst>
          </p:cNvPr>
          <p:cNvCxnSpPr/>
          <p:nvPr/>
        </p:nvCxnSpPr>
        <p:spPr>
          <a:xfrm>
            <a:off x="5812403" y="318052"/>
            <a:ext cx="0" cy="40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329F14-B1F9-48C6-A9C5-A638C9A20E8E}"/>
              </a:ext>
            </a:extLst>
          </p:cNvPr>
          <p:cNvCxnSpPr/>
          <p:nvPr/>
        </p:nvCxnSpPr>
        <p:spPr>
          <a:xfrm>
            <a:off x="7275443" y="326003"/>
            <a:ext cx="0" cy="393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3A49CA-36A7-4DB8-BEB1-4574FB3F95BB}"/>
              </a:ext>
            </a:extLst>
          </p:cNvPr>
          <p:cNvCxnSpPr/>
          <p:nvPr/>
        </p:nvCxnSpPr>
        <p:spPr>
          <a:xfrm>
            <a:off x="8714630" y="310101"/>
            <a:ext cx="0" cy="409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A947D6-A302-40DA-BA92-20B27F77BD9D}"/>
              </a:ext>
            </a:extLst>
          </p:cNvPr>
          <p:cNvCxnSpPr/>
          <p:nvPr/>
        </p:nvCxnSpPr>
        <p:spPr>
          <a:xfrm>
            <a:off x="10376452" y="310101"/>
            <a:ext cx="0" cy="409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198CDD-FC3E-49F3-A8D4-8EA54BF13A40}"/>
              </a:ext>
            </a:extLst>
          </p:cNvPr>
          <p:cNvCxnSpPr/>
          <p:nvPr/>
        </p:nvCxnSpPr>
        <p:spPr>
          <a:xfrm>
            <a:off x="8714630" y="1085260"/>
            <a:ext cx="0" cy="5129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8D16E1-DA98-4A86-8D4A-F2D73CF82031}"/>
              </a:ext>
            </a:extLst>
          </p:cNvPr>
          <p:cNvCxnSpPr/>
          <p:nvPr/>
        </p:nvCxnSpPr>
        <p:spPr>
          <a:xfrm>
            <a:off x="8714630" y="1598212"/>
            <a:ext cx="175723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4D586D9-67E8-4EF0-A861-3865AB44D613}"/>
              </a:ext>
            </a:extLst>
          </p:cNvPr>
          <p:cNvCxnSpPr/>
          <p:nvPr/>
        </p:nvCxnSpPr>
        <p:spPr>
          <a:xfrm flipV="1">
            <a:off x="10495722" y="1085260"/>
            <a:ext cx="0" cy="512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81666A-D5AC-4586-8C25-682B2A42F1E9}"/>
              </a:ext>
            </a:extLst>
          </p:cNvPr>
          <p:cNvCxnSpPr/>
          <p:nvPr/>
        </p:nvCxnSpPr>
        <p:spPr>
          <a:xfrm>
            <a:off x="2926080" y="2942976"/>
            <a:ext cx="0" cy="4860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42E690D-DE93-4DD7-AF8E-691DE3566765}"/>
              </a:ext>
            </a:extLst>
          </p:cNvPr>
          <p:cNvCxnSpPr/>
          <p:nvPr/>
        </p:nvCxnSpPr>
        <p:spPr>
          <a:xfrm>
            <a:off x="2926080" y="3429000"/>
            <a:ext cx="641670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B83089-7A3F-49DA-B995-302E00FB514C}"/>
              </a:ext>
            </a:extLst>
          </p:cNvPr>
          <p:cNvCxnSpPr/>
          <p:nvPr/>
        </p:nvCxnSpPr>
        <p:spPr>
          <a:xfrm flipV="1">
            <a:off x="4945711" y="2942976"/>
            <a:ext cx="0" cy="48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FBFC610-7C40-4E7F-9C63-713A3D440807}"/>
              </a:ext>
            </a:extLst>
          </p:cNvPr>
          <p:cNvCxnSpPr/>
          <p:nvPr/>
        </p:nvCxnSpPr>
        <p:spPr>
          <a:xfrm flipV="1">
            <a:off x="7116417" y="2942976"/>
            <a:ext cx="0" cy="48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03F9DF1-07BE-4614-B968-8FC6CA9D4936}"/>
              </a:ext>
            </a:extLst>
          </p:cNvPr>
          <p:cNvCxnSpPr/>
          <p:nvPr/>
        </p:nvCxnSpPr>
        <p:spPr>
          <a:xfrm flipV="1">
            <a:off x="9342783" y="2942976"/>
            <a:ext cx="0" cy="48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991DF84-CD80-4FBC-9501-A3344F03BAF4}"/>
              </a:ext>
            </a:extLst>
          </p:cNvPr>
          <p:cNvCxnSpPr/>
          <p:nvPr/>
        </p:nvCxnSpPr>
        <p:spPr>
          <a:xfrm>
            <a:off x="3164619" y="4415844"/>
            <a:ext cx="0" cy="6332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3ED1E21-172C-406C-9ED6-8772372247B8}"/>
              </a:ext>
            </a:extLst>
          </p:cNvPr>
          <p:cNvCxnSpPr/>
          <p:nvPr/>
        </p:nvCxnSpPr>
        <p:spPr>
          <a:xfrm>
            <a:off x="3148717" y="5064981"/>
            <a:ext cx="578854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E9F1C0A-B9ED-44B8-9AA0-F60EA450403B}"/>
              </a:ext>
            </a:extLst>
          </p:cNvPr>
          <p:cNvCxnSpPr/>
          <p:nvPr/>
        </p:nvCxnSpPr>
        <p:spPr>
          <a:xfrm flipV="1">
            <a:off x="5923722" y="4415844"/>
            <a:ext cx="0" cy="63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3B83ACC-691F-48D1-8E97-503825528421}"/>
              </a:ext>
            </a:extLst>
          </p:cNvPr>
          <p:cNvCxnSpPr/>
          <p:nvPr/>
        </p:nvCxnSpPr>
        <p:spPr>
          <a:xfrm flipV="1">
            <a:off x="8937266" y="4415844"/>
            <a:ext cx="0" cy="63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045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Mune</dc:creator>
  <cp:lastModifiedBy>Mune</cp:lastModifiedBy>
  <cp:revision>4</cp:revision>
  <dcterms:created xsi:type="dcterms:W3CDTF">2019-04-26T01:18:38Z</dcterms:created>
  <dcterms:modified xsi:type="dcterms:W3CDTF">2019-04-26T01:50:23Z</dcterms:modified>
</cp:coreProperties>
</file>